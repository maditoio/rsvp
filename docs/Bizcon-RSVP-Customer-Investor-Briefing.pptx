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5B4FC"/>
                </a:solidFill>
                <a:latin typeface="Calibri"/>
              </a:rPr>
              <a:t>EVENT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Bizcon RSVP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From curated invitation to meaningful meetings —
with control, privacy, and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Customer &amp; Investor Briefing  ·  Technical appendix 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217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7432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01 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Why summits outgrow spreadsheets and RSVP forms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7432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554480"/>
            <a:ext cx="27432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37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02  The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5740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Lifecycle, modules, and differentiation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7432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7432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03  Trust &amp;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Security, privacy, and commercial outcomes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554480"/>
            <a:ext cx="27432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554480"/>
            <a:ext cx="27432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737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04  Technical appendix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05740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Architecture for CTOs and technical partners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Professional summits are not open RSVP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Guest lists scattered across Excel, CRM, email, and WhatsApp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Confusion between invited, registered, and on-site attendees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Networking that feels random, unfair, or unmeasurable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Event-day chaos: check-in queues, badge errors, room conflicts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No single source of truth for sponsors, VIPs, and leadership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1206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1206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The one-line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800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Spreadsheets scale invitations.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They do not run a summit.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Buyers need an operating system for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curated, high-stakes events — not another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public registration widget.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Who it’s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Organisations that run serious professional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Summit organisers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337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Conference &amp; association teams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Corporate event ops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Investment / sector summits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657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On-site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3337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Registration desks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Check-in staff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Meeting room coordinators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57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Delegates &amp; guests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337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VIPs &amp; speakers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Sponsors &amp; exhibitors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Investors &amp; BD participants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The product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Multi-tenant event operations — not a ticketing widget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4155"/>
                </a:solidFill>
                <a:latin typeface="Calibri"/>
              </a:rPr>
              <a:t>A multi-tenant event intelligence platform that runs the full delegate lifecycle
with tenant isolation, roles, and measurable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291840"/>
            <a:ext cx="1325880" cy="10058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20" y="3291840"/>
            <a:ext cx="1325880" cy="10058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20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Accept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91840"/>
            <a:ext cx="1325880" cy="10058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3291840"/>
            <a:ext cx="1325880" cy="10058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91840"/>
            <a:ext cx="1325880" cy="10058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291840"/>
            <a:ext cx="1325880" cy="10058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3291840"/>
            <a:ext cx="1325880" cy="10058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Check 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52760" y="3291840"/>
            <a:ext cx="1325880" cy="10058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52760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Core principle: Invitation ≠ Registration ≠ Attendance.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The delegate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The operating model behind every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1. Curate invitees (import CSV / CRM)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2. Send invitations by category (VIP, press, delegate…)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3. Controlled registration — not open enrollment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4. Attendee profiles with privacy controls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5. Matchmaking &amp; meeting requests into rooms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6. Agenda, communications, and reminders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7. Check-in (QR) &amp; consistent badge printing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8. Analytics, exports, and post-event proof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Value for organisers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One workspace. Many events. Clear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One organisation account for many summits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Role-based staff access (least privilege)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Invitee import and invitation workflows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Categories for VIPs, speakers, media, delegates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Live operational lists with search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Meetings, rooms, and day-of coordination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Brandable badges from a single saved design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Communications and reminder automations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Polls and attendee engagement tools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Analytics: funnel, gaps, meeting outcomes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Value for delegates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Less friction. More useful conversations.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Clear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Invite → accept → register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No ambiguous status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QR ready for event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57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Relevant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Profiles &amp; preferences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Match suggestions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Meeting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657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On-site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Agenda at hand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Polls &amp; engagement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Privacy respected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Event intelligence vs. RSVP / ticketing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6583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Typical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904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Bizcon RSVP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84248"/>
            <a:ext cx="11247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Public form / open RSVP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F46E5"/>
                </a:solidFill>
                <a:latin typeface="Calibri"/>
              </a:rPr>
              <a:t>Curated invitation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42616"/>
            <a:ext cx="11247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07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Spreadsheet guest 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072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F46E5"/>
                </a:solidFill>
                <a:latin typeface="Calibri"/>
              </a:rPr>
              <a:t>Tenant-safe event workspace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00984"/>
            <a:ext cx="11247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655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Generic networking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4655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F46E5"/>
                </a:solidFill>
                <a:latin typeface="Calibri"/>
              </a:rPr>
              <a:t>Event-scoped matchmaking + rooms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59352"/>
            <a:ext cx="11247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23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Separate badge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23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F46E5"/>
                </a:solidFill>
                <a:latin typeface="Calibri"/>
              </a:rPr>
              <a:t>Design + print from one source of truth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11247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823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Post-event guesswork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7823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F46E5"/>
                </a:solidFill>
                <a:latin typeface="Calibri"/>
              </a:rPr>
              <a:t>Funnel, gaps, and outcomes analytics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Built for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Security and privacy are product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2788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889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Tenant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Organisation A never sees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Organisation B’s events,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delegates, or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554480"/>
            <a:ext cx="2788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7889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Least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574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Roles for organisers,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registration, and check-in.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Minimum access by default.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788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7889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Auditability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Invite, register, check-in,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admin, and export actions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are logged.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54480"/>
            <a:ext cx="27889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554480"/>
            <a:ext cx="27889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Privacy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0574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Collect only what’s needed.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Attendee privacy controls.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Sensitive fields protected.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Capability waves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Honest framing of what the platform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Operating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Organisations &amp; events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Invitees &amp; invitations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Registration &amp; attendees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Check-in, staff, audit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Basic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6576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Engagement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Agenda &amp; sessions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Communications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Profiles &amp; privacy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Meetings &amp; rooms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Basic matchmaking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576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57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Intelligence &amp; day-of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Advanced analytics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AI ranking options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Calendar sync paths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Polls &amp; badges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Meeting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Example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Africa Mining Summit — one operating thread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Import ~2,000 invitees from CRM or spreadsheet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Invite by category (VIP, speaker, press, delegate)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Delegates register and complete profiles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Meetings are requested and scheduled into rooms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Staff check in with QR; badges print from one design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Organisers see funnel conversion and meeting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Commercial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Placeholder — insert your pricing and packaging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Packaging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Per organisation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Per event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Per attendee tiers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Pilot / annual contracts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57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Add-on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AI matchmaking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CRM sync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Badge desk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SMS / WhatsApp (later)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657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Buyer personas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Ops / event director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Commercial / sponsors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IT / security reviewer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Replace this slide with confirmed ACV, trial terms, and packaging before customer meetings.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Market timing meets product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Professional summits are competitive again — networking ROI is a buying criterion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Buyers expect measurable outcomes, not just attendance counts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Privacy and tenant isolation are table stakes for enterprise and government-adjacent events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AI matchmaking only works when invitation, profile, and meeting ops are already solid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Bizcon RSVP is built foundation-first: secure lifecycle first, intelligence on 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The ask /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Clear outcomes for every audience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For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166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• Pilot on the next summit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• Structured onboarding (≈2 weeks)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• Success metrics: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   – invitation completion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   – on-site check-in rate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   – meetings scheduled &amp; held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Start with one flagship event.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4864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For investors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166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• Capital to deepen GTM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• Enterprise sales motion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• AI matchmaking quality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• Mobile / offline day-of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Insert: raise amount, use of funds,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traction, and runway targets.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Curated invitation → controlled registration
→ meaningful meetings → measurable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5B4FC"/>
                </a:solidFill>
                <a:latin typeface="Calibri"/>
              </a:rPr>
              <a:t>Bizcon RSVP — Event intelligence for professional summits.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17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5B4FC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Technical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  <a:latin typeface="Calibri"/>
              </a:rPr>
              <a:t>For CTOs, technical partners, and diligence conversations.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5B4FC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00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5B4FC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Architecture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Modern multi-tenant SaaS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Multi-tenant model: Organisation → many Events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Next.js application with server-side authorization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PostgreSQL via Prisma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Authentication with Clerk; permissions on sensitive actions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Background jobs for email and pipelines (Inngest)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Integrations: HubSpot / Salesforce import; Google / Microsoft calendar paths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Authorization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The strongest technical story for enterprise buyers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Calibri"/>
              </a:rPr>
              <a:t>identity  →  organisation  →  event  →  role  →  resource  → 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Frontend is never the security boundary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Tenant scope always derived from the authenticated session (organisationId)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Least privilege for organisers, registration, and check-in staff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Check-in responses expose only the fields staff need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Tokens hashed; sensitive secrets never logged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Lifecycle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Separation is the product moat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Invitees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7276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Contacts for an event — not yet registered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112471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41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Invitations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414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Category-scoped invite state &amp;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12471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Attendees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1012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Registered / confirmed participants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112471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7880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Meetings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78807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Requests, rooms, schedules, outcomes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1124712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474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Check-in / Badges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0474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On-site attendance &amp; print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Matchmaking &amp; meetings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Rules + optional AI, constrained by real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Structured scoring from profile preferences (looking for / offering / industries…)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Optional AI ranking layered on top of structured scores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Always event-scoped — no cross-event leakage by default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Privacy-aware inputs; organiser can disable AI features per event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Meetings constrained by rooms, conflicts, and agenda commitments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Ops views: today list, room board, moderation, demand heatmaps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Event-day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Designed for desks that can’t fail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QR 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Staff see only needed fields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Rate-limited scans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Audit logged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57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Badges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Config stored in database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Same design every printer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Live preview &amp; fonts/colors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657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Ops 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Room grid &amp; today view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Conflict awareness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475569"/>
                </a:solidFill>
                <a:latin typeface="Calibri"/>
              </a:rPr>
              <a:t>Moderation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Proof for organisers, sponsors, and 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Lifecycle funnel: invited → accepted → registered → checked in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Matchmaking ROI: profiles → requests → scheduled → completed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Room utilization timeline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Category mix and meeting outcomes trends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Gap finder: completed profiles with zero meetings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CSV export for selected slices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Operational tables use shared searchable / paginated DataTable UX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Extensibility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Modular product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Domain modules under a clear server-side structure (events, meetings, badges, polls…)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CRM import paths (HubSpot / Salesforce) for invitee acquisition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Communications automations and meeting reminders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Shared Aurora design system for a consistent organiser UX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Targeted tests around scoring, analytics, badges, and critical flows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Built for 5,000–10,000 person professional summits without manual intervention in normal 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20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720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7D2FE"/>
                </a:solidFill>
                <a:latin typeface="Calibri"/>
              </a:rPr>
              <a:t>Let’s pick a pilot event — or continue diligence with a technical deep dive.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5B4FC"/>
                </a:solidFill>
                <a:latin typeface="Calibri"/>
              </a:rPr>
              <a:t>Bizcon RSVP  ·  Event intelligence for professional summits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5B4FC"/>
                </a:solidFill>
                <a:latin typeface="Calibri"/>
              </a:rPr>
              <a:t>Bizcon RSVP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17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5B4FC"/>
                </a:solidFill>
                <a:latin typeface="Calibri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